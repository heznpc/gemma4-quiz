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Gemma 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LLM으로 만드는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강의 복습 퀴즈 생성기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2026 소프트웨어학부 1학기 세미나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—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시험기간이 다가오고 있다.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강의자료를 던지면 복습 퀴즈를 만들어 주는 도구가 있으면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공부가 좀 더 쉬워지지 않을까?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ChatGPT를 쓰면 되긴 하는데…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3566160" cy="1554480"/>
          </a:xfrm>
          <a:prstGeom prst="rect">
            <a:avLst/>
          </a:prstGeom>
          <a:solidFill>
            <a:srgbClr val="F7F4F5"/>
          </a:solidFill>
          <a:ln w="12700">
            <a:solidFill>
              <a:srgbClr val="C99F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강의자료 = 교수님 저작물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5212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API에 올리는 게 찜찜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4572000"/>
            <a:ext cx="3566160" cy="1554480"/>
          </a:xfrm>
          <a:prstGeom prst="rect">
            <a:avLst/>
          </a:prstGeom>
          <a:solidFill>
            <a:srgbClr val="F7F4F5"/>
          </a:solidFill>
          <a:ln w="12700">
            <a:solidFill>
              <a:srgbClr val="C99F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API 비용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5212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퀴즈 100개 만들면…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4572000"/>
            <a:ext cx="3566160" cy="1554480"/>
          </a:xfrm>
          <a:prstGeom prst="rect">
            <a:avLst/>
          </a:prstGeom>
          <a:solidFill>
            <a:srgbClr val="F7F4F5"/>
          </a:solidFill>
          <a:ln w="12700">
            <a:solidFill>
              <a:srgbClr val="C99F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4709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토큰 제한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0" y="5212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긴 자료 통째로 못 넣음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 — Why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— 로컬 LLM.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▍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프라이버시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91840" y="2240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데이터가 내 노트북 안에서만 처리됨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▍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비용 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 받으면 무한정 사용, API 키 필요 없음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1148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68680" y="4114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통제권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4160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시스템 프롬프트 / 모델 / 출력 전부 내가 결정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0749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▍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68680" y="507492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오프라인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291840" y="5120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Wi-Fi 끊겨도 동작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— Gemma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Gemma 4 — Google, 2026년 4월 공개.</a:t>
            </a:r>
            <a:endParaRPr lang="en-US" sz="3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6309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크기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타입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주요 특징</a:t>
                      </a:r>
                      <a:endParaRPr lang="en-US" sz="16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1D40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E2B</a:t>
                      </a:r>
                      <a:endParaRPr lang="en-US" sz="15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edge / 2B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가장 가벼움, 폰까지 가능  ◀ 오늘 사용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E4B</a:t>
                      </a:r>
                      <a:endParaRPr lang="en-US" sz="15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edge / 4B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멀티모달, 오디오 입력 네이티브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26B A4B</a:t>
                      </a:r>
                      <a:endParaRPr lang="en-US" sz="15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MoE (활성 4B)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31B 성능을 4B 속도로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31B</a:t>
                      </a:r>
                      <a:endParaRPr lang="en-US" sz="15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Dense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최상 성능, 데스크탑/서버</a:t>
                      </a:r>
                      <a:endParaRPr lang="en-US" sz="15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외 — Reasoning 모드 토글, Function calling, 멀티모달(이미지/오디오/비디오), 256K 컨텍스트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 — Gemma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오늘 쓰는 건 — E2B.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2B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effective parameters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22860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디스크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2376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7 GB (Q4 양자화)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23760" y="29260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 GB 정도로 충분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35661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런타임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23760" y="3566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Ollama 한 줄로 실행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42062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멀티모달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4206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이미지·오디오 입력 가능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4846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라이선스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23760" y="4846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Gemma Terms (학습/연구 자유)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⌘ 맥북에어에서도 무리 없이 돈다.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 —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8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LIVE DEMO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강의 PDF → 복습 퀴즈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— 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파이프라인 — 4단계.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53796" y="27432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7F4F5"/>
          </a:solidFill>
          <a:ln w="25400">
            <a:solidFill>
              <a:srgbClr val="8C1D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PDF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3796" y="3657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강의자료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076956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88436" y="27432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7F4F5"/>
          </a:solidFill>
          <a:ln w="25400">
            <a:solidFill>
              <a:srgbClr val="8C1D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8436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텍스트 추출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88436" y="3657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pypdf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11596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323076" y="27432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7F4F5"/>
          </a:solidFill>
          <a:ln w="25400">
            <a:solidFill>
              <a:srgbClr val="8C1D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3076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Gemma 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23076" y="3657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E2B 로컬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746236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9157716" y="2743200"/>
            <a:ext cx="2377440" cy="1828800"/>
          </a:xfrm>
          <a:prstGeom prst="roundRect">
            <a:avLst>
              <a:gd name="adj" fmla="val 5000"/>
            </a:avLst>
          </a:prstGeom>
          <a:solidFill>
            <a:srgbClr val="F7F4F5"/>
          </a:solidFill>
          <a:ln w="25400">
            <a:solidFill>
              <a:srgbClr val="8C1D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57716" y="30175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JSON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157716" y="3657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퀴즈 출력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전부 합쳐서 약 150줄. 다음 슬라이드에서 핵심 부분만 따라가 봅니다.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— 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1) PDF에서 텍스트 추출.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pypdf 사용. 페이지별로 잘라 둠.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3657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pypdf import PdfReader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 extract_text_from_pdf(pdf_path):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reader = PdfReader(pdf_path)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pages = []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for i, page in enumerate(reader.pages, 1):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text = (page.extract_text() or "").strip()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if text: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pages.append(f"--- Page {i} ---\n{text}")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return "\n\n".join(pages)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단순 추출. 표/그림은 손실되지만, 텍스트 위주 강의자료엔 충분.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— 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2) 시스템 프롬프트 — 페르소나.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모델에게 '어떤 역할로 답할지' 박아 둔다.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3657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SYSTEM_PROMPT = """당신은 학생의 시험 대비를 돕는 친절한 조교입니다.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강의자료를 읽고 학생이 스스로 점검할 수 있는 복습 퀴즈를 만듭니다.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[출제 규칙]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객관식 5문제 + 단답형 3문제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객관식 보기는 4개, 정답 외 3개는 그럴듯한 오답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강의자료에 명시된 내용에만 근거 (추측 금지)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단순 암기보다 개념 이해를 묻는 문제 위주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 정답과 함께 1~2문장 해설 포함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"""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시스템 프롬프트가 결과 품질의 70%를 결정합니다.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— 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3) 출력 형식을 — 강제한다.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free-form 텍스트가 아니라 정해진 JSON 구조로만 답하게.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3657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QUIZ_SCHEMA =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"type": "object",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"properties":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"topic": {"type": "string"},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"questions": {"type": "array", "items": {"type": "object", "properties":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"type":        {"type": "string", "enum": ["객관식", "단답형"]},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"question":    {"type": "string"},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"choices":     {"type": "array", "items": {"type": "string"}},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"answer":      {"type": "string"},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"explanation": {"type": "string"}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}}}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Gemma 4가 이 구조를 어기지 못한다. — 파싱 실패 0.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 — 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4) 호출 — 한 번이면 끝.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Ollama Python 클라이언트, format= 에 스키마를 그대로 넘긴다.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11064240" cy="3657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331720"/>
            <a:ext cx="10789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 ollama, json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response = ollama.chat(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model="gemma4:e2b",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messages=[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{"role": "system", "content": SYSTEM_PROMPT},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{"role": "user",   "content": f"강의자료:\n\n{text}"},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],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format=QUIZ_SCHEMA,         # ← 출력 형식 강제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options={"temperature": 0.3, "num_ctx": 16384},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quiz = json.loads(response["message"]["content"])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API 호출 0회. Wi-Fi 꺼도 됨.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— Lessons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처음엔 — 잘 안 됐다.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format 없이 "JSON으로 답해줘"라고만 부탁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1D4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format= 에 JSON 스키마를 직접 전달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프롬프트로 '부탁'하면 매번 살짝 다른 구조로 나옴. 스키마는 어길 수 없음.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temperature=0.7 (기본값)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1D4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temperature=0.3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퀴즈는 창의성보다 정확성. 너무 높으면 강의자료에 없는 내용을 만들어냄.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강의자료 PDF 전체를 한 번에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1D4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num_ctx=16384 으로 컨텍스트 확보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컨텍스트(2048)면 뒷부분이 잘림. Gemma 4는 256K까지 가능.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— Lessons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13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처음엔 더 안 됐다 — Gemma 4 + Ollama 함정.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011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ollama.chat(...)  →  응답 content가 비어 있다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1D4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ollama.chat(..., think=False)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926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Gemma 4는 thinking 모드 기본 ON. 응답이 thinking 필드로 가고 content는 빈 채로 나옴.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✗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383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format=QUIZ_SCHEMA 줬는데 ```json …``` 으로 감쌈 → 파싱 실패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3840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1D4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정규식으로 fence 벗기고 첫 { ~ 마지막 } 추출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format=가 schema 강제는 하지만 마크다운 wrap을 항상 막진 못함. 후처리 한 줄로 안전망.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1C1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4754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긴 PDF를 통째로 넣었더니 응답이 중간에 잘림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1D4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num_ctx=32768 + 페이지 수 상한 (앞 30p 정도)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기본 num_ctx는 작음. 컨텍스트 늘리고 입력도 함께 줄여야 안정적 출력.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— Lessons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14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막힐 땐 — 다른 도구를 무기로.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 함정들도 결국 Claude와 함께 디버깅해서 풀었습니다.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3291840"/>
          </a:xfrm>
          <a:prstGeom prst="rect">
            <a:avLst/>
          </a:prstGeom>
          <a:solidFill>
            <a:srgbClr val="F7F4F5"/>
          </a:solidFill>
          <a:ln w="12700">
            <a:solidFill>
              <a:srgbClr val="C99F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88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▍ 트러블슈팅은 Claude로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51206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corrupt blob → hash 검증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manifest fetch EOF → 0.20.6 다운그레이드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thinking mode 추적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JSON 후처리 정규식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• num_ctx 부족 진단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2286000"/>
            <a:ext cx="5486400" cy="3291840"/>
          </a:xfrm>
          <a:prstGeom prst="rect">
            <a:avLst/>
          </a:prstGeom>
          <a:solidFill>
            <a:srgbClr val="F7F4F5"/>
          </a:solidFill>
          <a:ln w="12700">
            <a:solidFill>
              <a:srgbClr val="C99F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▍ 한눈에 — 로컬 vs 클라우드</a:t>
            </a:r>
            <a:endParaRPr lang="en-US" sz="1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926080"/>
          <a:ext cx="521208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2011680"/>
                <a:gridCol w="23317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로컬 (Gemma 4 E2B)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클라우드 (Opus 4.7 / GPT-5.5)</a:t>
                      </a:r>
                      <a:endParaRPr lang="en-US" sz="10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6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품질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  small model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◯  frontier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속도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B6B6B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△  ~1분 30초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◯  ~10초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프라이버시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◯  외부 0회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91C1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✕  vendor 전송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비용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8C1D40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◯  무료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B91C1C"/>
                          </a:solidFill>
                          <a:latin typeface="Apple SD Gothic Neo" pitchFamily="34" charset="0"/>
                          <a:ea typeface="Apple SD Gothic Neo" pitchFamily="34" charset="-122"/>
                          <a:cs typeface="Apple SD Gothic Neo" pitchFamily="34" charset="-120"/>
                        </a:rPr>
                        <a:t>✕  $5~$25 / 1M tok</a:t>
                      </a:r>
                      <a:endParaRPr lang="en-US" sz="1200" dirty="0">
                        <a:latin typeface="Apple SD Gothic Neo" charset="0"/>
                        <a:ea typeface="Apple SD Gothic Neo" charset="0"/>
                        <a:cs typeface="Apple SD Gothic Ne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492240" y="52578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◯ 부분만 보고 채택은 위험. 품질·속도는 여전히 클라우드 우위.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5852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"로컬이냐 클라우드냐"가 아니라  —  "어디에 무엇이 적합한가".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— Lessons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그래도 — 안 되는 것들.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표/도표/수식이 많은 PDF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텍스트 추출 시 손실. 멀티모달 입력으로 보완 가능하나 더 느림.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어려운 그림/사진 문제 출제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텍스트만 보는 한계. "강의자료의 그림을 보고…" 류 문제 불가.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40233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교수님 시험 스타일 맞추기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0120" y="44348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기출문제를 따로 던져 주면 어느 정도 흉내는 가능.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6012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정답이 100% 보장되지 않음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5349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여전히 LLM. 직접 검토하고 사용.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 — Lessons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16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보안도 — 만능은 아니다.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CVE-2026-7482  "Bleeding Llama"  ·  CVSS 9.1  ·  2026.02.25 Ollama v0.17.1 패치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766560" cy="3657600"/>
          </a:xfrm>
          <a:prstGeom prst="rect">
            <a:avLst/>
          </a:prstGeom>
          <a:solidFill>
            <a:srgbClr val="F7F4F5"/>
          </a:solidFill>
          <a:ln w="12700">
            <a:solidFill>
              <a:srgbClr val="C99F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무엇이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194560" y="251460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노출된 /api/create 에 악성 GGUF 업로드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337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33375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process memory leak → 다른 사용자 대화, 시스템 프롬프트, API 키 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공격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94560" y="41605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비인증 + API 호출 3번이면 끝, 로그 남지 않음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영향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94560" y="49834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외부 노출 Ollama 서버 약 30만 대 추정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98080" y="2286000"/>
            <a:ext cx="4206240" cy="3657600"/>
          </a:xfrm>
          <a:prstGeom prst="rect">
            <a:avLst/>
          </a:prstGeom>
          <a:solidFill>
            <a:srgbClr val="F5E6E9"/>
          </a:solidFill>
          <a:ln w="12700">
            <a:solidFill>
              <a:srgbClr val="8C1D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우리 케이스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26680" y="2971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localhost(127.0.0.1)만 바인딩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외부 노출 X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Ollama 0.20.6 사용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패치 적용된 버전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이중으로 안전.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60807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로컬이라고 무조건 안전한 건 아니다. 외부 포트 열기 전엔 항상 확인.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 — Bonus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17 / 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발 더 — 같은 코드를 웹으로.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quiz_generator.py 그대로 import. Streamlit 30줄로 웹 UI 추가.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86400" cy="38404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2316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app.py — 30줄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import streamlit as st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from quiz_generator import (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extract_text_from_pdf,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generate_quiz,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st.title("Gemma 4 퀴즈 생성기")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pdf = st.file_uploader("PDF", type=["pdf"])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if st.button("퀴즈 생성") and pdf: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tmp = "/tmp/in.pdf"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open(tmp, "wb").write(pdf.read())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with st.status("Gemma 4 호출 중..."):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text = extract_text_from_pdf(tmp)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quiz = generate_quiz(text)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2F2F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st.json(quiz)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5486400" cy="3840480"/>
          </a:xfrm>
          <a:prstGeom prst="rect">
            <a:avLst/>
          </a:prstGeom>
          <a:solidFill>
            <a:srgbClr val="F7F4F5"/>
          </a:solidFill>
          <a:ln w="12700">
            <a:solidFill>
              <a:srgbClr val="C99F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468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▍ UI/UX 결정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7889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라이트 톤 — 빔프로젝터 시인성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토큰 streaming + 진행 바 — 1분 30초 채우기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객관식 즉시 피드백, 단답형은 안전 모드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session_state — 클릭해도 결과 유지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✓ 다국어 토글 + 입력 3가지 (PDF / TXT / 직접)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4526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▍ 유의 — 운영 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48463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프롬프트 인젝션 — PDF 안 악성 지시 가능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임시 파일 path traversal — tempfile 표준 권장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⚠ 외부 포트 열면 CVE-2026-7482 위험권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35508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↓ 다음 화면에서 직접 보여드립니다.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 / 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spc="8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 &amp; A</a:t>
            </a:r>
            <a:endParaRPr lang="en-US" sz="8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로컬 LLM은 도구일 뿐, 만드는 게 메인이다.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Recap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Gemma 4 (E2B)   +   pypdf   +   JSON 스키마   ≒   150줄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0292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8C1D40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 자료 — 선배 추천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53492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『구글 Gemma 4로 나만의 AI 에이전트 육성하기 EP.1』  ·  채널: 인공지능 나만 바라봐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57150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youtu.be/eyFk27mwFJo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감사합니다.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Gemma 4 로컬 LLM 퀴즈 생성기</dc:title>
  <dc:subject>PptxGenJS Presentation</dc:subject>
  <dc:creator>PptxGenJS</dc:creator>
  <cp:lastModifiedBy>PptxGenJS</cp:lastModifiedBy>
  <cp:revision>1</cp:revision>
  <dcterms:created xsi:type="dcterms:W3CDTF">2026-05-15T23:31:04Z</dcterms:created>
  <dcterms:modified xsi:type="dcterms:W3CDTF">2026-05-15T23:31:04Z</dcterms:modified>
</cp:coreProperties>
</file>